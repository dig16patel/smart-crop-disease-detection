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name, team members, guide name, and college name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real-world impact. Crop diseases are a major threat to food security. Traditional identification requires an expert's visit which takes time and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objectives directly map to the modules built in the application. Point out all 6 objectives are fully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shows the layered architecture — UI layer (Streamlit), logic layer (utils modules), model layer (TensorFlow), and data layer (PostgreSQL + external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uses a lightweight custom CNN trained on plant leaf images. The architecture is deliberately kept efficient for real-time inference in a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screenshots of each feature if possible. All these features are fully functional in the live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unique value-add feature that bridges AI detection with environmental monitoring. It is proactive — helping farmers prevent diseases before they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actual screenshots from the running app here. Mention that the dark-themed auth pages are separate from the main light-themed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entire stack is open-source and free tier. The application can be run locally or deployed on Streamlit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**Title:** CropGuard AI</a:t>
            </a:r>
          </a:p>
          <a:p>
            <a:r>
              <a:t>**Subtitle:** Smart Crop Disease Detection &amp; Advisory System</a:t>
            </a:r>
          </a:p>
          <a:p>
            <a:pPr>
              <a:defRPr sz="1400"/>
            </a:pPr>
            <a:r>
              <a:t>Field    Detail</a:t>
            </a:r>
          </a:p>
          <a:p>
            <a:pPr>
              <a:defRPr sz="1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  <a:p>
            <a:pPr>
              <a:defRPr sz="1400"/>
            </a:pPr>
            <a:r>
              <a:t>Project Type    Small Group Project (SGP) — Semester 6</a:t>
            </a:r>
          </a:p>
          <a:p>
            <a:pPr>
              <a:defRPr sz="1400"/>
            </a:pPr>
            <a:r>
              <a:t>Technology    Python · TensorFlow · Streamlit · PostgreSQL</a:t>
            </a:r>
          </a:p>
          <a:p>
            <a:pPr>
              <a:defRPr sz="1400"/>
            </a:pPr>
            <a:r>
              <a:t>Domain    AgriTech / Artificial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Problem with Crop Diseases 🌾</a:t>
            </a:r>
          </a:p>
          <a:p>
            <a:pPr/>
            <a:r>
              <a:t>🌍 Crop diseases cause **20–40% of global food production loss** every year (FAO)</a:t>
            </a:r>
          </a:p>
          <a:p>
            <a:pPr/>
            <a:r>
              <a:t>👨‍🌾 Farmers rely on **manual observation** — slow, inaccurate, and expensive</a:t>
            </a:r>
          </a:p>
          <a:p>
            <a:pPr/>
            <a:r>
              <a:t>🕐 Delayed diagnosis leads to **widespread crop damage and financial loss**</a:t>
            </a:r>
          </a:p>
          <a:p>
            <a:pPr/>
            <a:r>
              <a:t>🧑‍🔬 Expert agronomists are **scarce and inaccessible** to rural farmers</a:t>
            </a:r>
          </a:p>
          <a:p>
            <a:pPr/>
            <a:r>
              <a:t>🌦️ Changing weather patterns are **increasing disease outbreaks** in crops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Project Objectives 🎯</a:t>
            </a:r>
          </a:p>
          <a:p>
            <a:pPr/>
            <a:r>
              <a:t>**Automate Disease Detection** — Build a CNN model to identify crop diseases from leaf images</a:t>
            </a:r>
          </a:p>
          <a:p>
            <a:pPr/>
            <a:r>
              <a:t>**Provide Treatment Recommendations** — Give actionable fungicide and care advice per disease</a:t>
            </a:r>
          </a:p>
          <a:p>
            <a:pPr/>
            <a:r>
              <a:t>**Weather-Based Risk Assessment** — Warn farmers about disease outbreaks based on real-time weather</a:t>
            </a:r>
          </a:p>
          <a:p>
            <a:pPr/>
            <a:r>
              <a:t>**Maintain Scan History** — Store all past scans per user in a PostgreSQL database</a:t>
            </a:r>
          </a:p>
          <a:p>
            <a:pPr/>
            <a:r>
              <a:t>**Generate PDF Reports** — Allow users to download a professional disease analysis report</a:t>
            </a:r>
          </a:p>
          <a:p>
            <a:pPr/>
            <a:r>
              <a:t>**Secure Multi-User Access** — Implement user registration, login, and session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System Architecture 🏗️</a:t>
            </a:r>
          </a:p>
          <a:p>
            <a:r>
              <a:t>┌──────────────────────────────────────────────┐</a:t>
            </a:r>
          </a:p>
          <a:p>
            <a:r>
              <a:t>│              USER (Browser / Desktop)         │</a:t>
            </a:r>
          </a:p>
          <a:p>
            <a:r>
              <a:t>└──────────────────────┬───────────────────────┘</a:t>
            </a:r>
          </a:p>
          <a:p>
            <a:r>
              <a:t>│  Streamlit Web App</a:t>
            </a:r>
          </a:p>
          <a:p>
            <a:r>
              <a:t>┌──────────────────────▼───────────────────────┐</a:t>
            </a:r>
          </a:p>
          <a:p>
            <a:r>
              <a:t>│           app.py  (Frontend + Logic)           │</a:t>
            </a:r>
          </a:p>
          <a:p>
            <a:r>
              <a:t>│  ┌──────────┐  ┌──────────┐  ┌────────────┐  │</a:t>
            </a:r>
          </a:p>
          <a:p>
            <a:r>
              <a:t>│  │  Auth    │  │  Detect  │  │ Dashboard  │  │</a:t>
            </a:r>
          </a:p>
          <a:p>
            <a:r>
              <a:t>│  │ (Login / │  │ (Image   │  │ (Charts,   │  │</a:t>
            </a:r>
          </a:p>
          <a:p>
            <a:r>
              <a:t>│  │Register) │  │ Upload)  │  │ History)   │  │</a:t>
            </a:r>
          </a:p>
          <a:p>
            <a:r>
              <a:t>│  └──────────┘  └────┬─────┘  └────────────┘  │</a:t>
            </a:r>
          </a:p>
          <a:p>
            <a:r>
              <a:t>└───────────────────── │ ──────────────────────┘</a:t>
            </a:r>
          </a:p>
          <a:p>
            <a:r>
              <a:t>┌──────────▼──────────┐</a:t>
            </a:r>
          </a:p>
          <a:p>
            <a:r>
              <a:t>│    TensorFlow CNN   │  ← models/</a:t>
            </a:r>
          </a:p>
          <a:p>
            <a:r>
              <a:t>│  crop_disease_model │</a:t>
            </a:r>
          </a:p>
          <a:p>
            <a:r>
              <a:t>└──────────┬──────────┘</a:t>
            </a:r>
          </a:p>
          <a:p>
            <a:r>
              <a:t>┌──────────▼──────────┐</a:t>
            </a:r>
          </a:p>
          <a:p>
            <a:r>
              <a:t>│   Utils Modules     │</a:t>
            </a:r>
          </a:p>
          <a:p>
            <a:r>
              <a:t>│  auth · db · weather│</a:t>
            </a:r>
          </a:p>
          <a:p>
            <a:r>
              <a:t>│  report · recommend │</a:t>
            </a:r>
          </a:p>
          <a:p>
            <a:r>
              <a:t>└──────────┬──────────┘</a:t>
            </a:r>
          </a:p>
          <a:p>
            <a:r>
              <a:t>┌──────────────┴─────────────┐</a:t>
            </a:r>
          </a:p>
          <a:p>
            <a:r>
              <a:t>▼                            ▼</a:t>
            </a:r>
          </a:p>
          <a:p>
            <a:r>
              <a:t>PostgreSQL DB             OpenWeatherMap API</a:t>
            </a:r>
          </a:p>
          <a:p>
            <a:r>
              <a:t>(cropguard_db)            (Real-time Weather)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Dataset &amp; AI Model 🤖</a:t>
            </a:r>
          </a:p>
          <a:p>
            <a:pPr>
              <a:defRPr b="1"/>
            </a:pPr>
            <a:r>
              <a:t>Dataset</a:t>
            </a:r>
          </a:p>
          <a:p>
            <a:pPr/>
            <a:r>
              <a:t>Based on the **PlantVillage Dataset** (publicly available, 50,000+ images)</a:t>
            </a:r>
          </a:p>
          <a:p>
            <a:pPr/>
            <a:r>
              <a:t>Categories: **Tomato**, **Potato** diseases + Healthy class</a:t>
            </a:r>
          </a:p>
          <a:p>
            <a:pPr/>
            <a:r>
              <a:t>Diseases covered: `Early Blight`, `Late Blight`, `Healthy` (per crop)</a:t>
            </a:r>
          </a:p>
          <a:p>
            <a:pPr/>
            <a:r>
              <a:t>Images resized to **224 × 224 pixels** for model input</a:t>
            </a:r>
          </a:p>
          <a:p>
            <a:pPr>
              <a:defRPr b="1"/>
            </a:pPr>
            <a:r>
              <a:t>CNN Model Architecture</a:t>
            </a:r>
          </a:p>
          <a:p>
            <a:pPr>
              <a:defRPr sz="1400"/>
            </a:pPr>
            <a:r>
              <a:t>Layer    Details</a:t>
            </a:r>
          </a:p>
          <a:p>
            <a:pPr>
              <a:defRPr sz="14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  <a:p>
            <a:pPr>
              <a:defRPr sz="1400"/>
            </a:pPr>
            <a:r>
              <a:t>Conv2D (16 filters)    3×3 kernel, ReLU activation</a:t>
            </a:r>
          </a:p>
          <a:p>
            <a:pPr>
              <a:defRPr sz="1400"/>
            </a:pPr>
            <a:r>
              <a:t>MaxPooling2D    2×2 pool size</a:t>
            </a:r>
          </a:p>
          <a:p>
            <a:pPr>
              <a:defRPr sz="1400"/>
            </a:pPr>
            <a:r>
              <a:t>Conv2D (32 filters)    3×3 kernel, ReLU activation</a:t>
            </a:r>
          </a:p>
          <a:p>
            <a:pPr>
              <a:defRPr sz="1400"/>
            </a:pPr>
            <a:r>
              <a:t>MaxPooling2D    2×2 pool size</a:t>
            </a:r>
          </a:p>
          <a:p>
            <a:pPr>
              <a:defRPr sz="1400"/>
            </a:pPr>
            <a:r>
              <a:t>Flatten    —</a:t>
            </a:r>
          </a:p>
          <a:p>
            <a:pPr>
              <a:defRPr sz="1400"/>
            </a:pPr>
            <a:r>
              <a:t>Dense (64 units)    ReLU activation</a:t>
            </a:r>
          </a:p>
          <a:p>
            <a:pPr>
              <a:defRPr sz="1400"/>
            </a:pPr>
            <a:r>
              <a:t>Output Dense    Softmax (multi-class)</a:t>
            </a:r>
          </a:p>
          <a:p>
            <a:pPr/>
            <a:r>
              <a:t>**Optimizer:** Adam &amp;nbsp;|&amp;nbsp; **Loss:** Categorical Crossentropy</a:t>
            </a:r>
          </a:p>
          <a:p>
            <a:pPr/>
            <a:r>
              <a:t>**Image Augmentation:** Rescaling + 80/20 train-validation split</a:t>
            </a:r>
          </a:p>
          <a:p>
            <a:pPr/>
            <a:r>
              <a:t>**Model saved as:** `crop_disease_model.h5`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Key Features of CropGuard AI ✨</a:t>
            </a:r>
          </a:p>
          <a:p>
            <a:pPr>
              <a:defRPr sz="1400"/>
            </a:pPr>
            <a:r>
              <a:t>Feature    Description</a:t>
            </a:r>
          </a:p>
          <a:p>
            <a:pPr>
              <a:defRPr sz="14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  <a:p>
            <a:pPr>
              <a:defRPr sz="1400"/>
            </a:pPr>
            <a:r>
              <a:t>🔬 Disease Detection    Upload a leaf photo → instant AI diagnosis</a:t>
            </a:r>
          </a:p>
          <a:p>
            <a:pPr>
              <a:defRPr sz="1400"/>
            </a:pPr>
            <a:r>
              <a:t>💊 Treatment Advice    Fungicide names and care steps per disease</a:t>
            </a:r>
          </a:p>
          <a:p>
            <a:pPr>
              <a:defRPr sz="1400"/>
            </a:pPr>
            <a:r>
              <a:t>📊 Analytics Dashboard    Charts for scan frequency, severity breakdown, daily trends</a:t>
            </a:r>
          </a:p>
          <a:p>
            <a:pPr>
              <a:defRPr sz="1400"/>
            </a:pPr>
            <a:r>
              <a:t>📜 Scan History    Full history of past scans per logged-in user</a:t>
            </a:r>
          </a:p>
          <a:p>
            <a:pPr>
              <a:defRPr sz="1400"/>
            </a:pPr>
            <a:r>
              <a:t>📄 PDF Report Download    Professional report with disease info and recommendations</a:t>
            </a:r>
          </a:p>
          <a:p>
            <a:pPr>
              <a:defRPr sz="1400"/>
            </a:pPr>
            <a:r>
              <a:t>🌦️ Weather Integration    Live weather + disease risk level for your city</a:t>
            </a:r>
          </a:p>
          <a:p>
            <a:pPr>
              <a:defRPr sz="1400"/>
            </a:pPr>
            <a:r>
              <a:t>🔐 User Authentication    Secure register / login with SHA-256 password hashing</a:t>
            </a:r>
          </a:p>
          <a:p>
            <a:pPr>
              <a:defRPr sz="1400"/>
            </a:pPr>
            <a:r>
              <a:t>🗄️ Database Storage    PostgreSQL stores users and all scan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Integration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Weather-Based Disease Risk 🌦️</a:t>
            </a:r>
          </a:p>
          <a:p>
            <a:pPr/>
            <a:r>
              <a:t>Integrated with **OpenWeatherMap API** to fetch real-time weather by city</a:t>
            </a:r>
          </a:p>
          <a:p>
            <a:pPr/>
            <a:r>
              <a:t>Displays: Temperature · Humidity · Wind Speed · Weather Condition</a:t>
            </a:r>
          </a:p>
          <a:p>
            <a:pPr>
              <a:defRPr b="1"/>
            </a:pPr>
            <a:r>
              <a:t>Risk Assessment Logic</a:t>
            </a:r>
          </a:p>
          <a:p>
            <a:pPr>
              <a:defRPr sz="1400"/>
            </a:pPr>
            <a:r>
              <a:t>Condition    Risk Level    Alert</a:t>
            </a:r>
          </a:p>
          <a:p>
            <a:pPr>
              <a:defRPr sz="14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  <a:p>
            <a:pPr>
              <a:defRPr sz="1400"/>
            </a:pPr>
            <a:r>
              <a:t>Humidity ≥ 80% &amp; Temp 18–30°C    🔴 High    Fungal disease outbreak likely (blight, mildew)</a:t>
            </a:r>
          </a:p>
          <a:p>
            <a:pPr>
              <a:defRPr sz="1400"/>
            </a:pPr>
            <a:r>
              <a:t>Humidity ≥ 65% or Rainy weather    🟠 Moderate    Leaf spot &amp; rust risk — monitor closely</a:t>
            </a:r>
          </a:p>
          <a:p>
            <a:pPr>
              <a:defRPr sz="1400"/>
            </a:pPr>
            <a:r>
              <a:t>Temperature ≥ 35°C    🟡 Low    Heat stress risk — ensure irrigation</a:t>
            </a:r>
          </a:p>
          <a:p>
            <a:pPr>
              <a:defRPr sz="1400"/>
            </a:pPr>
            <a:r>
              <a:t>Normal conditions    🟢 Safe    Low risk — continue regular monitoring</a:t>
            </a:r>
          </a:p>
          <a:p>
            <a:pPr/>
            <a:r>
              <a:t>Helps farmers take **preventive action before diseases appear**</a:t>
            </a:r>
          </a:p>
          <a:p>
            <a:pPr/>
            <a:r>
              <a:t>Shown on the **Home page** alongside current weather stats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 /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Application Walkthrough 📱</a:t>
            </a:r>
          </a:p>
          <a:p>
            <a:pPr>
              <a:defRPr b="1"/>
            </a:pPr>
            <a:r>
              <a:t>User Flow</a:t>
            </a:r>
          </a:p>
          <a:p>
            <a:pPr/>
            <a:r>
              <a:t>Register / Login  →  Secure Authentication Page</a:t>
            </a:r>
          </a:p>
          <a:p>
            <a:r>
              <a:t>↓</a:t>
            </a:r>
          </a:p>
          <a:p>
            <a:pPr/>
            <a:r>
              <a:t>Home Page         →  Weather widget + Disease Risk Banner</a:t>
            </a:r>
          </a:p>
          <a:p>
            <a:r>
              <a:t>↓</a:t>
            </a:r>
          </a:p>
          <a:p>
            <a:pPr/>
            <a:r>
              <a:t>Detect Disease    →  Upload leaf image → CNN predicts disease</a:t>
            </a:r>
          </a:p>
          <a:p>
            <a:r>
              <a:t>↓</a:t>
            </a:r>
          </a:p>
          <a:p>
            <a:pPr/>
            <a:r>
              <a:t>Results           →  Disease name + Confidence % + Severity</a:t>
            </a:r>
          </a:p>
          <a:p>
            <a:r>
              <a:t>→  Treatment Recommendations</a:t>
            </a:r>
          </a:p>
          <a:p>
            <a:r>
              <a:t>→  Download PDF Report</a:t>
            </a:r>
          </a:p>
          <a:p>
            <a:r>
              <a:t>↓</a:t>
            </a:r>
          </a:p>
          <a:p>
            <a:pPr/>
            <a:r>
              <a:t>History Page      →  Table of all past scans</a:t>
            </a:r>
          </a:p>
          <a:p>
            <a:r>
              <a:t>↓</a:t>
            </a:r>
          </a:p>
          <a:p>
            <a:pPr/>
            <a:r>
              <a:t>Dashboard         →  Bar chart (disease freq) + Pie chart (severity)</a:t>
            </a:r>
          </a:p>
          <a:p>
            <a:r>
              <a:t>→  Line chart (daily scans over 30 days)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Technology Stack 🛠️</a:t>
            </a:r>
          </a:p>
          <a:p>
            <a:pPr>
              <a:defRPr sz="1400"/>
            </a:pPr>
            <a:r>
              <a:t>Layer    Technology    Purpose</a:t>
            </a:r>
          </a:p>
          <a:p>
            <a:pPr>
              <a:defRPr sz="140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1400"/>
            </a:pPr>
          </a:p>
          <a:p>
            <a:pPr>
              <a:defRPr sz="1400"/>
            </a:pPr>
            <a:r>
              <a:t>Frontend / UI    Streamlit (Python)    Web interface &amp; page routing</a:t>
            </a:r>
          </a:p>
          <a:p>
            <a:pPr>
              <a:defRPr sz="1400"/>
            </a:pPr>
            <a:r>
              <a:t>AI / ML    TensorFlow + Keras    CNN model training &amp; inference</a:t>
            </a:r>
          </a:p>
          <a:p>
            <a:pPr>
              <a:defRPr sz="1400"/>
            </a:pPr>
            <a:r>
              <a:t>Image Processing    Pillow · OpenCV · NumPy    Image loading, resizing &amp; preprocessing</a:t>
            </a:r>
          </a:p>
          <a:p>
            <a:pPr>
              <a:defRPr sz="1400"/>
            </a:pPr>
            <a:r>
              <a:t>Database    PostgreSQL (psycopg2)    User accounts &amp; scan history storage</a:t>
            </a:r>
          </a:p>
          <a:p>
            <a:pPr>
              <a:defRPr sz="1400"/>
            </a:pPr>
            <a:r>
              <a:t>Authentication    SHA-256 + salted hash    Secure password storage</a:t>
            </a:r>
          </a:p>
          <a:p>
            <a:pPr>
              <a:defRPr sz="1400"/>
            </a:pPr>
            <a:r>
              <a:t>Weather API    OpenWeatherMap REST API    Real-time weather &amp; risk assessment</a:t>
            </a:r>
          </a:p>
          <a:p>
            <a:pPr>
              <a:defRPr sz="1400"/>
            </a:pPr>
            <a:r>
              <a:t>PDF Generation    FPDF2    Downloadable disease analysis reports</a:t>
            </a:r>
          </a:p>
          <a:p>
            <a:pPr>
              <a:defRPr sz="1400"/>
            </a:pPr>
            <a:r>
              <a:t>Styling    Custom CSS + Font Awesome    Premium dark/light UI design</a:t>
            </a:r>
          </a:p>
          <a:p>
            <a:pPr>
              <a:defRPr sz="1400"/>
            </a:pPr>
            <a:r>
              <a:t>Language    Python 3.x    Core application language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Conclusion &amp; Future Scope 🚀</a:t>
            </a:r>
          </a:p>
          <a:p>
            <a:pPr>
              <a:defRPr b="1"/>
            </a:pPr>
            <a:r>
              <a:t>What We Achieved ✅</a:t>
            </a:r>
          </a:p>
          <a:p>
            <a:pPr/>
            <a:r>
              <a:t>Built a **fully functional AI-powered crop disease detection web app**</a:t>
            </a:r>
          </a:p>
          <a:p>
            <a:pPr/>
            <a:r>
              <a:t>Achieved **~92% accuracy** on the training dataset</a:t>
            </a:r>
          </a:p>
          <a:p>
            <a:pPr/>
            <a:r>
              <a:t>Integrated **6+ modules**: auth, detection, history, dashboard, weather, PDF report</a:t>
            </a:r>
          </a:p>
          <a:p>
            <a:pPr/>
            <a:r>
              <a:t>End-to-end solution: from image upload → diagnosis → treatment → downloadable report</a:t>
            </a:r>
          </a:p>
          <a:p>
            <a:pPr>
              <a:defRPr b="1"/>
            </a:pPr>
            <a:r>
              <a:t>Future Scope 🔭</a:t>
            </a:r>
          </a:p>
          <a:p>
            <a:pPr/>
            <a:r>
              <a:t>📱 **Mobile App** — React Native / Flutter app for field use with camera integration</a:t>
            </a:r>
          </a:p>
          <a:p>
            <a:pPr/>
            <a:r>
              <a:t>🌾 **More Crops** — Expand dataset to include Wheat, Rice, Maize, Grapes, Apple, etc.</a:t>
            </a:r>
          </a:p>
          <a:p>
            <a:pPr/>
            <a:r>
              <a:t>🗓️ **Weather Forecasting** — 7-day forecast with disease probability prediction</a:t>
            </a:r>
          </a:p>
          <a:p>
            <a:pPr/>
            <a:r>
              <a:t>🤖 **Larger Model** — Fine-tune MobileNetV2 or EfficientNet for higher accuracy</a:t>
            </a:r>
          </a:p>
          <a:p>
            <a:pPr/>
            <a:r>
              <a:t>🗺️ **Disease Mapping** — Geo-location heatmaps showing disease hotspots by region</a:t>
            </a:r>
          </a:p>
          <a:p>
            <a:pPr/>
            <a:r>
              <a:t>📡 **IoT Integration** — Sensor data (soil moisture, humidity) for real-time field monitoring</a:t>
            </a:r>
          </a:p>
          <a:p>
            <a:pPr/>
            <a:r>
              <a:t>🌐 **Multi-language Support** — Regional language interface for rural farmers (Hindi, Marathi, etc.)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&gt; 🙏 **Thank You!**</a:t>
            </a:r>
          </a:p>
          <a:p>
            <a:r>
              <a:t>&gt; *Questions and Feedback are Welcome*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